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73" d="100"/>
          <a:sy n="73" d="100"/>
        </p:scale>
        <p:origin x="979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13385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5989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69588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1981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07922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03317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5285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3798069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56778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28448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51706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519511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08255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31586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426098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288939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09572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08A5F-F1FC-49A8-9F99-6B88AE69D809}" type="datetimeFigureOut">
              <a:rPr lang="es-CL" smtClean="0"/>
              <a:t>15-03-2026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B2F87-69D2-4083-863F-3BB0BF5B3329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27719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9F9FC237-8C09-8636-E0F1-7E72FC5D17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4949" y="5090229"/>
            <a:ext cx="8144134" cy="1117687"/>
          </a:xfrm>
        </p:spPr>
        <p:txBody>
          <a:bodyPr>
            <a:normAutofit lnSpcReduction="10000"/>
          </a:bodyPr>
          <a:lstStyle/>
          <a:p>
            <a:r>
              <a:rPr lang="es-CL" dirty="0" err="1"/>
              <a:t>Integracion</a:t>
            </a:r>
            <a:r>
              <a:rPr lang="es-CL" dirty="0"/>
              <a:t> de energía solar térmica a procesos industriales</a:t>
            </a:r>
          </a:p>
          <a:p>
            <a:r>
              <a:rPr lang="es-CL" dirty="0"/>
              <a:t>Juan Chianale</a:t>
            </a:r>
          </a:p>
          <a:p>
            <a:r>
              <a:rPr lang="es-CL" dirty="0"/>
              <a:t>Ignacio </a:t>
            </a:r>
            <a:r>
              <a:rPr lang="es-CL" dirty="0" err="1"/>
              <a:t>Chacon</a:t>
            </a:r>
            <a:endParaRPr lang="es-CL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456731-A0D7-F730-52C2-248BBA8A3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8257" y="1016796"/>
            <a:ext cx="3723742" cy="403251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0D45756-C4D3-ADCB-AEE4-3FF9D0DD95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573" y="975873"/>
            <a:ext cx="3845585" cy="404037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176D6321-93B2-5365-76D6-706357F0737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0" y="234285"/>
            <a:ext cx="3366629" cy="83159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0766E7CA-199D-C741-6C5B-684BB1A57C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0" y="1472455"/>
            <a:ext cx="3138606" cy="83159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079C19DE-DFC1-E26F-9863-FD3A377AF9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0" y="2568269"/>
            <a:ext cx="3185676" cy="994737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1B3B2AA-D931-4243-2E87-9748496A7FC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780" y="3978906"/>
            <a:ext cx="3138606" cy="884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1995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674D4F5-9AE9-911B-AB94-F4466C898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2218" y="1877896"/>
            <a:ext cx="6251513" cy="4226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121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68785EF1-6723-B7FA-ADBE-C6DD6A9F94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1" y="619901"/>
            <a:ext cx="4148623" cy="5357803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E1B0703-83EC-1753-BDA1-EADBEF883B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392" y="619901"/>
            <a:ext cx="4148622" cy="539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296051"/>
      </p:ext>
    </p:extLst>
  </p:cSld>
  <p:clrMapOvr>
    <a:masterClrMapping/>
  </p:clrMapOvr>
</p:sld>
</file>

<file path=ppt/theme/theme1.xml><?xml version="1.0" encoding="utf-8"?>
<a:theme xmlns:a="http://schemas.openxmlformats.org/drawingml/2006/main" name="Berlín">
  <a:themeElements>
    <a:clrScheme name="Berlí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í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í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TM04033917[[fn=Berlín]]</Template>
  <TotalTime>24</TotalTime>
  <Words>12</Words>
  <Application>Microsoft Office PowerPoint</Application>
  <PresentationFormat>Panorámica</PresentationFormat>
  <Paragraphs>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Trebuchet MS</vt:lpstr>
      <vt:lpstr>Berlín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José Chianale Valderrama</dc:creator>
  <cp:lastModifiedBy>Juan José Chianale Valderrama</cp:lastModifiedBy>
  <cp:revision>2</cp:revision>
  <dcterms:created xsi:type="dcterms:W3CDTF">2026-03-16T00:36:25Z</dcterms:created>
  <dcterms:modified xsi:type="dcterms:W3CDTF">2026-03-16T01:00:31Z</dcterms:modified>
</cp:coreProperties>
</file>