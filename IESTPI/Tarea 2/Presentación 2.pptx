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310" r:id="rId5"/>
    <p:sldId id="312" r:id="rId6"/>
    <p:sldId id="311" r:id="rId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6" d="100"/>
          <a:sy n="76" d="100"/>
        </p:scale>
        <p:origin x="62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A0F8E-AFAD-4D82-ABA4-99D92654B445}" type="datetime1">
              <a:rPr lang="es-ES" smtClean="0"/>
              <a:t>12/04/2026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1E231-5B1F-4DA1-B2F6-15CEF3C52F2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2731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0C635-22CD-4687-8C86-092D09B235D0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A7762-33EF-4755-A500-13115E46C1E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945464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>
              <a:latin typeface="Times New Roman" panose="02020603050405020304" pitchFamily="18" charset="0"/>
            </a:endParaRPr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fld id="{AC7F34B9-73DD-4D85-BB37-D7D8FBCC096A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127A4F-5D5F-41CF-967D-AEC3A4E33B43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>
              <a:latin typeface="Times New Roman" panose="02020603050405020304" pitchFamily="18" charset="0"/>
            </a:endParaRPr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fld id="{04FA5CE4-703F-43C6-B066-6C9562FD9571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605B1B-4AA1-4D8B-B897-5F43939F87BB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BC8295-D4B6-4D36-9FE1-9ECF38714B93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D87E37-6123-4165-AE4C-33DC231CE07E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385F42-B8C2-4526-9CF3-2CD6597B7DD4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E55F307F-8DCA-49E1-AAB8-7A48043F0488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s-ES" noProof="0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601D0CB0-8E92-40D3-AE65-5F6C8CC9EEB8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 algn="l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>
              <a:latin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866AC802-5133-4B8C-9A13-707AEB2FE535}" type="datetime1">
              <a:rPr lang="es-ES" noProof="0" smtClean="0"/>
              <a:t>12/04/2026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4B7E4EF-A1BD-40F4-AB7B-04F084DD991D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34F45A-25DA-4E92-A49F-CEBE7C70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s-CL" noProof="0" dirty="0"/>
              <a:t>Parte 1: Diagrama de posición solar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A8D96-56F8-0AAD-77B3-ECBEAEE52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>
            <a:normAutofit/>
          </a:bodyPr>
          <a:lstStyle/>
          <a:p>
            <a:r>
              <a:rPr lang="es-CL" noProof="0" dirty="0"/>
              <a:t>Tamaños de los edificios: 13m, 7m y 9m</a:t>
            </a:r>
            <a:endParaRPr lang="es-CL" dirty="0"/>
          </a:p>
          <a:p>
            <a:endParaRPr lang="es-CL" noProof="0" dirty="0"/>
          </a:p>
          <a:p>
            <a:r>
              <a:rPr lang="es-CL" noProof="0" dirty="0"/>
              <a:t>El diagrama muestra en que momentos el centro del patio tiene sombra</a:t>
            </a:r>
          </a:p>
          <a:p>
            <a:endParaRPr lang="es-CL" dirty="0"/>
          </a:p>
          <a:p>
            <a:r>
              <a:rPr lang="es-CL" noProof="0" dirty="0"/>
              <a:t>Verano mayor altura solar, invierno menor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494C1B-BE9F-266D-55A4-4AB8C1C2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67011"/>
            <a:ext cx="4934712" cy="3676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16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932B-A527-8BE5-030E-49AFE89B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Parte 2: porcentaje de sombra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A2908FF-EDF5-456A-91D3-AE1F3B993C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53683" y="2103120"/>
            <a:ext cx="4664075" cy="3679507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296E6E-0B45-49D7-AC73-B0DD7AAFF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1642405"/>
            <a:ext cx="4663440" cy="3749040"/>
          </a:xfrm>
        </p:spPr>
        <p:txBody>
          <a:bodyPr/>
          <a:lstStyle/>
          <a:p>
            <a:r>
              <a:rPr lang="es-CL" dirty="0"/>
              <a:t>Limitante: largo del patio, distancia entre paneles elegida: 3m,</a:t>
            </a:r>
          </a:p>
          <a:p>
            <a:r>
              <a:rPr lang="es-CL" dirty="0"/>
              <a:t>A mayor inclinación del panel sube </a:t>
            </a:r>
            <a:r>
              <a:rPr lang="es-CL"/>
              <a:t>la sombra.</a:t>
            </a:r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43FF18-0313-7016-8052-BBB9B24FE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71" y="2924069"/>
            <a:ext cx="4566557" cy="341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6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FCF50-D64A-0C17-69DB-3092653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es-CL" dirty="0"/>
              <a:t>Parte 3: Comparación con TMY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99CF417-7D8B-0BB2-6565-5469C00948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777823"/>
            <a:ext cx="5591126" cy="1859049"/>
          </a:xfrm>
          <a:prstGeom prst="rect">
            <a:avLst/>
          </a:prstGeom>
          <a:noFill/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E4E1FC3-58C6-213A-C7B5-7D1975EE69C8}"/>
              </a:ext>
            </a:extLst>
          </p:cNvPr>
          <p:cNvSpPr txBox="1">
            <a:spLocks/>
          </p:cNvSpPr>
          <p:nvPr/>
        </p:nvSpPr>
        <p:spPr>
          <a:xfrm>
            <a:off x="1014096" y="2014194"/>
            <a:ext cx="478320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El TMY sigue adecuadamente la tendencia estacional de 2015 en temperatura, GHI y también en buena medida en DNI, reproduciendo máximos en verano y mínimos en invierno.</a:t>
            </a:r>
            <a:endParaRPr lang="es-CL" sz="1600" dirty="0"/>
          </a:p>
          <a:p>
            <a:r>
              <a:rPr lang="es-ES" sz="1600" dirty="0"/>
              <a:t>Las diferencias diarias y horarias siguen siendo importantes, especialmente en días con nubosidad, esto se vuelve más evidente en la radiación difusa y, sobre todo, en la componente directa normal.</a:t>
            </a:r>
            <a:endParaRPr lang="es-CL" sz="1600" dirty="0"/>
          </a:p>
          <a:p>
            <a:r>
              <a:rPr lang="es-CL" sz="1600" dirty="0"/>
              <a:t>Los </a:t>
            </a:r>
            <a:r>
              <a:rPr lang="es-CL" sz="1600" dirty="0" err="1"/>
              <a:t>heat</a:t>
            </a:r>
            <a:r>
              <a:rPr lang="es-CL" sz="1600" dirty="0"/>
              <a:t> </a:t>
            </a:r>
            <a:r>
              <a:rPr lang="es-CL" sz="1600" dirty="0" err="1"/>
              <a:t>maps</a:t>
            </a:r>
            <a:r>
              <a:rPr lang="es-CL" sz="1600" dirty="0"/>
              <a:t> muestran cierta similitudes en GHI, no tanto en DNI.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212E6083-33A3-9FFA-2205-61E2F652B1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96000" y="3967571"/>
            <a:ext cx="5591127" cy="199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29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40_TF78829772.potx" id="{885EEA19-6232-4FAB-AE6E-128921E3D383}" vid="{A7A3065A-484E-47A3-B155-47A3F643A41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{CC6913AE-2AB0-4221-B5E2-B7A4333E915B}TF029381d7-1900-4cf6-a601-bb0184aacdba71169241_win32-e59438c5e8f3</Template>
  <TotalTime>41</TotalTime>
  <Words>149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Calibri</vt:lpstr>
      <vt:lpstr>Garamond</vt:lpstr>
      <vt:lpstr>Sagona Book</vt:lpstr>
      <vt:lpstr>Sagona ExtraLight</vt:lpstr>
      <vt:lpstr>Times New Roman</vt:lpstr>
      <vt:lpstr>SavonVTI</vt:lpstr>
      <vt:lpstr>Parte 1: Diagrama de posición solar</vt:lpstr>
      <vt:lpstr>Parte 2: porcentaje de sombra</vt:lpstr>
      <vt:lpstr>Parte 3: Comparación con TMY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machaconl@hotmail.com</dc:creator>
  <cp:lastModifiedBy>Juan José Chianale Valderrama</cp:lastModifiedBy>
  <cp:revision>3</cp:revision>
  <dcterms:created xsi:type="dcterms:W3CDTF">2026-04-12T20:53:51Z</dcterms:created>
  <dcterms:modified xsi:type="dcterms:W3CDTF">2026-04-12T21:58:52Z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