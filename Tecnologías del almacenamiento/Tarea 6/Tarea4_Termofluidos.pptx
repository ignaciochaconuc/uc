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La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6a2cb991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6a2cb991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6a2cb99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6a2cb99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f72ce0d7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f72ce0d7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3495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es-419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Perfil de despacho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-165775" y="1087100"/>
            <a:ext cx="5468400" cy="2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Lato"/>
              <a:buChar char="-"/>
            </a:pPr>
            <a:r>
              <a:rPr lang="es-419" sz="13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61 días consecutivos en enero y junio. carga y descarga en máximo y minimo de precios.</a:t>
            </a:r>
            <a:endParaRPr sz="13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Lato"/>
              <a:buChar char="-"/>
            </a:pPr>
            <a:r>
              <a:rPr lang="es-419" sz="13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Perfil con 2 bloques de carga y descarga. 3 horas y 1 hora a -100 y 74MW respectivamente</a:t>
            </a:r>
            <a:endParaRPr sz="13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Lato"/>
              <a:buChar char="-"/>
            </a:pPr>
            <a:r>
              <a:rPr lang="es-419" sz="13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Perfil preliminar se conectó con el modelo electroquimico del HESS. Se comprueba factibilidad fisica</a:t>
            </a:r>
            <a:endParaRPr sz="13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Lato"/>
              <a:buChar char="-"/>
            </a:pPr>
            <a:r>
              <a:rPr lang="es-419" sz="13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Economicamente el perfil no es viable. </a:t>
            </a:r>
            <a:endParaRPr sz="16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548" y="501225"/>
            <a:ext cx="3798078" cy="16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8800" y="2192162"/>
            <a:ext cx="3898824" cy="1409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2625" y="3755050"/>
            <a:ext cx="3851175" cy="13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27650" y="550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es-419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Dimensionamiento técnico del sistema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91075" y="1131600"/>
            <a:ext cx="51411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s-419" sz="1300">
                <a:latin typeface="Lato"/>
                <a:ea typeface="Lato"/>
                <a:cs typeface="Lato"/>
                <a:sym typeface="Lato"/>
              </a:rPr>
              <a:t>Se evaluaron 100 configuraciones variando las horas de almacenamiento y el número de stacks PEMFC.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La configuración mínima válida fue de 8 h de almacenamiento y 106 stacks PEMFC.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RTE : 24,41%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Energía Vendida : 8.935,85 MWh 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Potencia media de descarga: 73,24 MW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Error final de SoC: 0,63 %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Se eligió esta configuración por ser la menor alternativa cíclica y la de mejor desempeño técnico. </a:t>
            </a:r>
            <a:endParaRPr sz="1300"/>
          </a:p>
        </p:txBody>
      </p:sp>
      <p:pic>
        <p:nvPicPr>
          <p:cNvPr id="97" name="Google Shape;97;p14" title="02_mapa_R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5225" y="893075"/>
            <a:ext cx="3448202" cy="228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title="01_produccion_consumo_H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3725" y="3321425"/>
            <a:ext cx="3759898" cy="162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19110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es-419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Análisis de dinámica de producción. LCOS, RTE y VPN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91100" y="1237700"/>
            <a:ext cx="5559600" cy="3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CAPEX total estimado: 209,2 millones USD.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Costo anual de compra de electricidad: 7,22 millones USD/año.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Ingreso anual por venta de electricidad: 3,39 millones USD/año.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OPEX del primer año: 1,46 millones USD/año.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Flujo neto del primer año: −5,29 millones USD.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LCOS: 573,51 USD/MWh.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VPN a 20 años: −279,7 millones USD.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El proyecto es técnicamente viable, pero no rentable mediante arbitraje eléctrico puro, debido al alto CAPEX y al bajo RTE.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4907" l="1701" r="0" t="0"/>
          <a:stretch/>
        </p:blipFill>
        <p:spPr>
          <a:xfrm>
            <a:off x="5840775" y="1237700"/>
            <a:ext cx="3035976" cy="219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