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embeddedFontLst>
    <p:embeddedFont>
      <p:font typeface="Lato" panose="020F0502020204030203" pitchFamily="34" charset="0"/>
      <p:regular r:id="rId6"/>
      <p:bold r:id="rId7"/>
      <p:italic r:id="rId8"/>
      <p:boldItalic r:id="rId9"/>
    </p:embeddedFont>
    <p:embeddedFont>
      <p:font typeface="Raleway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viewProps" Target="viewProp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6a2cb991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6a2cb991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6a2cb991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6a2cb991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5f8045ce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5f8045ce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title"/>
          </p:nvPr>
        </p:nvSpPr>
        <p:spPr>
          <a:xfrm>
            <a:off x="326350" y="5363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2000" b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Calculo del factor de utilización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21075" y="1188225"/>
            <a:ext cx="8749800" cy="3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Lato"/>
              <a:buChar char="●"/>
            </a:pPr>
            <a:r>
              <a:rPr lang="es-419" sz="18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El factor de utilización es la fracción de la energía térmica almacenada que se recupera como energía útil por sobre un umbral de temperatura (100 °C).</a:t>
            </a:r>
            <a:endParaRPr sz="18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Lato"/>
              <a:buChar char="●"/>
            </a:pPr>
            <a:r>
              <a:rPr lang="es-419" sz="18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Caso Axial: Se obtuvo un factor de utilización de 17.4%, lo que indica un bajo aprovechamiento debido al reducido margen térmico (carga a 150 °C) y una ventana de descarga útil muy corta.</a:t>
            </a:r>
            <a:endParaRPr sz="18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Lato"/>
              <a:buChar char="●"/>
            </a:pPr>
            <a:r>
              <a:rPr lang="es-419" sz="18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Caso radial: Se obtuvo un factor de utilización de 65.7%, mostrando un aprovechamiento mucho mayor, asociado a una mayor temperatura de carga (300 °C) y una descarga útil más prolongada.</a:t>
            </a:r>
            <a:endParaRPr sz="18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121075" y="5430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2000" b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Escalamiento de masa para garantía de suministro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121075" y="1188225"/>
            <a:ext cx="5128800" cy="3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Char char="●"/>
            </a:pPr>
            <a:r>
              <a:rPr lang="es-419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Se determina la masa de escoria necesaria para suministrar 100 kW durante 4 horas (400 kWh), asegurando tanto la energía total como la potencia al final del periodo.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Char char="●"/>
            </a:pPr>
            <a:r>
              <a:rPr lang="es-419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Caso axial: Se requiere aproximadamente 67.3 toneladas, siendo la potencia final la condición que controla el diseño debido a la rápida caída de la descarga útil.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Char char="●"/>
            </a:pPr>
            <a:r>
              <a:rPr lang="es-419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Caso radial: Se requiere aproximadamente 10.0 toneladas, también controlado por la potencia final, mostrando un diseño mucho más eficiente en términos de masa requerida.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3125" y="2680325"/>
            <a:ext cx="3347224" cy="1892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0870" y="734274"/>
            <a:ext cx="3249479" cy="183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/>
        </p:nvSpPr>
        <p:spPr>
          <a:xfrm>
            <a:off x="121075" y="1188225"/>
            <a:ext cx="5128800" cy="3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s-419" sz="13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Ergun </a:t>
            </a:r>
            <a:r>
              <a:rPr lang="es-CL" sz="13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subestima las caídas de presión que existen en el sistema, esto puede ser debido a pérdidas de ductos, cambios de sección, entre otros.</a:t>
            </a:r>
            <a:endParaRPr sz="13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s-419" sz="13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Podemos notar que al igual que en el </a:t>
            </a:r>
            <a:r>
              <a:rPr lang="es-419" sz="1300" dirty="0" err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paper</a:t>
            </a:r>
            <a:r>
              <a:rPr lang="es-419" sz="13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la topología radial presenta ventaja hidráulica debido a que tiene menos perdidas de presión, debido a su mayor área de flujo efectiva y longitud característica</a:t>
            </a:r>
            <a:endParaRPr sz="13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s-419" sz="13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 pesar de que es coherente con los resultados del </a:t>
            </a:r>
            <a:r>
              <a:rPr lang="es-419" sz="1300" dirty="0" err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paper</a:t>
            </a:r>
            <a:r>
              <a:rPr lang="es-419" sz="13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se requiere una formulación geométrica dependiente del radio para mejorar la validación del caso radial.</a:t>
            </a:r>
            <a:endParaRPr sz="13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" name="Google Shape;101;p15"/>
          <p:cNvSpPr txBox="1">
            <a:spLocks noGrp="1"/>
          </p:cNvSpPr>
          <p:nvPr>
            <p:ph type="title"/>
          </p:nvPr>
        </p:nvSpPr>
        <p:spPr>
          <a:xfrm>
            <a:off x="185375" y="5772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2000" b="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Validación del modelo Hidráulico</a:t>
            </a:r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9880959-EA48-92AD-F372-87C36321D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2828" y="1005556"/>
            <a:ext cx="3715797" cy="183913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26E11C8-F39E-875C-6284-FDEC544233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9875" y="2907264"/>
            <a:ext cx="3848413" cy="19047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</Words>
  <Application>Microsoft Office PowerPoint</Application>
  <PresentationFormat>Presentación en pantalla (16:9)</PresentationFormat>
  <Paragraphs>18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Lato</vt:lpstr>
      <vt:lpstr>Raleway</vt:lpstr>
      <vt:lpstr>Arial</vt:lpstr>
      <vt:lpstr>Streamline</vt:lpstr>
      <vt:lpstr>Calculo del factor de utilización</vt:lpstr>
      <vt:lpstr>Escalamiento de masa para garantía de suministro</vt:lpstr>
      <vt:lpstr>Validación del modelo Hidráulico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machaconl@hotmail.com</cp:lastModifiedBy>
  <cp:revision>1</cp:revision>
  <dcterms:modified xsi:type="dcterms:W3CDTF">2026-04-30T05:00:15Z</dcterms:modified>
</cp:coreProperties>
</file>